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C6EA"/>
    <a:srgbClr val="176FC1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028" autoAdjust="0"/>
  </p:normalViewPr>
  <p:slideViewPr>
    <p:cSldViewPr snapToGrid="0">
      <p:cViewPr varScale="1">
        <p:scale>
          <a:sx n="83" d="100"/>
          <a:sy n="83" d="100"/>
        </p:scale>
        <p:origin x="5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Grafiken, Schrift, Logo, Grafikdesign enthält.">
            <a:extLst>
              <a:ext uri="{FF2B5EF4-FFF2-40B4-BE49-F238E27FC236}">
                <a16:creationId xmlns:a16="http://schemas.microsoft.com/office/drawing/2014/main" id="{465A8422-F163-8DFC-548C-D951EC4490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5966673-58D3-A1FE-556C-B569CAFC90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8249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4D3327A-856D-3368-19FA-7C19439DD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8248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C5BD1E86-8916-8BE8-6AEC-1FCF21256078}"/>
              </a:ext>
            </a:extLst>
          </p:cNvPr>
          <p:cNvSpPr txBox="1"/>
          <p:nvPr userDrawn="1"/>
        </p:nvSpPr>
        <p:spPr>
          <a:xfrm>
            <a:off x="9132276" y="6292820"/>
            <a:ext cx="30597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dirty="0">
                <a:solidFill>
                  <a:srgbClr val="176FC1"/>
                </a:solidFill>
              </a:rPr>
              <a:t>Bildung schafft </a:t>
            </a:r>
            <a:r>
              <a:rPr lang="de-DE" sz="2000" b="1" dirty="0" err="1">
                <a:solidFill>
                  <a:srgbClr val="176FC1"/>
                </a:solidFill>
              </a:rPr>
              <a:t>zukunft</a:t>
            </a:r>
            <a:r>
              <a:rPr lang="de-DE" sz="2000" b="1" dirty="0">
                <a:solidFill>
                  <a:srgbClr val="176FC1"/>
                </a:solidFill>
              </a:rPr>
              <a:t>.</a:t>
            </a:r>
          </a:p>
        </p:txBody>
      </p:sp>
      <p:sp>
        <p:nvSpPr>
          <p:cNvPr id="12" name="Datumsplatzhalter 3">
            <a:extLst>
              <a:ext uri="{FF2B5EF4-FFF2-40B4-BE49-F238E27FC236}">
                <a16:creationId xmlns:a16="http://schemas.microsoft.com/office/drawing/2014/main" id="{F76CF2F3-2173-61C5-E412-BEC81D3361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5495" y="6356350"/>
            <a:ext cx="13313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DED8E-2557-49DA-B491-E99CD4E6256F}" type="datetimeFigureOut">
              <a:rPr lang="de-DE" smtClean="0"/>
              <a:t>14.01.2026</a:t>
            </a:fld>
            <a:endParaRPr lang="de-DE" dirty="0"/>
          </a:p>
        </p:txBody>
      </p:sp>
      <p:sp>
        <p:nvSpPr>
          <p:cNvPr id="13" name="Fußzeilenplatzhalter 4">
            <a:extLst>
              <a:ext uri="{FF2B5EF4-FFF2-40B4-BE49-F238E27FC236}">
                <a16:creationId xmlns:a16="http://schemas.microsoft.com/office/drawing/2014/main" id="{D96482D5-3B85-B6D8-5974-11D591AC13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66656" y="6356350"/>
            <a:ext cx="56018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4" name="Foliennummernplatzhalter 5">
            <a:extLst>
              <a:ext uri="{FF2B5EF4-FFF2-40B4-BE49-F238E27FC236}">
                <a16:creationId xmlns:a16="http://schemas.microsoft.com/office/drawing/2014/main" id="{11A90289-0536-7D9C-EED0-86ACA99EBD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28263" y="6356349"/>
            <a:ext cx="160401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05075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062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Beige, Hellbraun, Braun, Stoff enthält.&#10;&#10;KI-generierte Inhalte können fehlerhaft sein.">
            <a:extLst>
              <a:ext uri="{FF2B5EF4-FFF2-40B4-BE49-F238E27FC236}">
                <a16:creationId xmlns:a16="http://schemas.microsoft.com/office/drawing/2014/main" id="{8712C68D-1075-26CB-3F8C-AA8F71D6C6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264276"/>
            <a:ext cx="12192000" cy="8108078"/>
          </a:xfrm>
          <a:prstGeom prst="rect">
            <a:avLst/>
          </a:prstGeom>
        </p:spPr>
      </p:pic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pic>
        <p:nvPicPr>
          <p:cNvPr id="6" name="Grafik 5" descr="Ein Bild, das Grafiken, Schrift, Logo, Grafikdesign enthält.">
            <a:extLst>
              <a:ext uri="{FF2B5EF4-FFF2-40B4-BE49-F238E27FC236}">
                <a16:creationId xmlns:a16="http://schemas.microsoft.com/office/drawing/2014/main" id="{F0025ADD-3A31-BFB0-A483-D3EB8CC164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982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2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>
            <a:extLst>
              <a:ext uri="{FF2B5EF4-FFF2-40B4-BE49-F238E27FC236}">
                <a16:creationId xmlns:a16="http://schemas.microsoft.com/office/drawing/2014/main" id="{07C1A04F-F7C8-CF66-6F7D-3D2057A843BF}"/>
              </a:ext>
            </a:extLst>
          </p:cNvPr>
          <p:cNvSpPr/>
          <p:nvPr userDrawn="1"/>
        </p:nvSpPr>
        <p:spPr>
          <a:xfrm>
            <a:off x="0" y="6302978"/>
            <a:ext cx="12192000" cy="555022"/>
          </a:xfrm>
          <a:prstGeom prst="rect">
            <a:avLst/>
          </a:prstGeom>
          <a:solidFill>
            <a:srgbClr val="FFCC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1F05436-4078-133C-FD78-DDF969F48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CD973CB-E325-8CB7-47CD-6B08B3350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08E2AFB-1225-299F-A292-68D28A218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pic>
        <p:nvPicPr>
          <p:cNvPr id="7" name="Grafik 6" descr="Ein Bild, das Grafiken, Schrift, Screenshot, Logo enthält.">
            <a:extLst>
              <a:ext uri="{FF2B5EF4-FFF2-40B4-BE49-F238E27FC236}">
                <a16:creationId xmlns:a16="http://schemas.microsoft.com/office/drawing/2014/main" id="{BE768EA4-4AF1-C33D-62C6-522A371E6B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7722" y="4333115"/>
            <a:ext cx="2188737" cy="196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0481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E8C139-B12D-8E32-2E22-20278D478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18DC113-E477-3740-47BC-BE7EFA5B4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F1EAFA7-B868-13D4-160C-4495EC242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1A595C4-1533-0BC0-0C48-9F064D3C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D1F55AD1-408D-1D7B-6AB4-88D68FF3DC23}"/>
              </a:ext>
            </a:extLst>
          </p:cNvPr>
          <p:cNvSpPr/>
          <p:nvPr userDrawn="1"/>
        </p:nvSpPr>
        <p:spPr>
          <a:xfrm rot="21057286">
            <a:off x="10153774" y="4464553"/>
            <a:ext cx="1712968" cy="1693103"/>
          </a:xfrm>
          <a:prstGeom prst="rect">
            <a:avLst/>
          </a:prstGeom>
          <a:solidFill>
            <a:srgbClr val="B3C6E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4898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9F0C1E-0360-660D-7EC2-72D489C01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B8FFFA5-7EBB-A6E9-092C-7DF3CD56FA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17A9F6-4326-7887-C79B-FDA732F89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BC34BD7-B7E0-2800-3330-DE3C7BCE6C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F2D50F-1AE9-FD68-9924-91616E5D4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12211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E69014-5221-5BBC-D7F1-D49E908F41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B3CEDF4-B6FA-CD4E-47C9-23DA26F1FB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836520A-6392-BA0D-9430-17C7FE909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260C6BB-4D91-2F87-0A8B-23BE242C3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D280CB-3F1D-C54F-84AC-460FC134A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7293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296E47-F3BD-038A-53A5-A6C75E459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8C3E0B-0AA0-E80E-CBB2-4B8799C8834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7806DDC-D3BE-162D-FAA9-F4907FD5AF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BC39DC9-4BEE-1705-EB87-C84CB8E66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854470-D835-343A-4C54-397A752B6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B46DC5A-D284-C605-A04B-6C7949265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69355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B18350-102D-A638-6B62-C9512AC97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7434F8A-6910-609C-BD10-CD0C8EF801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3281579-95CD-DE35-E82E-67DEFA3684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24A351A-7746-9D4B-A740-BC86B8749C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BF8DB19-5D8D-ECA3-A40C-BD4A7F4D12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9869CF7-7EEE-744B-E062-63464882A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87858E8-94EC-CFEF-79D9-9EEB15E87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A6D875C-96BD-34A6-D5F3-4841B2A95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32093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0F2C30-8CA9-77CA-2907-FDD339675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56D0A3C-4902-4FED-0426-666DC2289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1CCDF93-F091-4BF0-6878-3D6577C66B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107DCE5-F7B1-BBF0-7159-A2F8AB4D2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D8F0DA2-E249-92CE-9DE5-00840A93E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87E0BCC-AEA8-B358-A666-2AAFEDD767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7636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79BEED-88AA-EB30-6D02-808114A2E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AB9676A-2B7C-E6F6-5D89-674545429EF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9EB8F01-175F-D572-B7A0-08613A536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2CC5E41-9C87-E0B0-14A3-A72791A80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F5E435F-CA35-B1B5-6813-1AE5007AE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38CF4A-4454-5D2D-1085-8430BF709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112464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E86AC5-3961-E269-6BA2-95BEC70DB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F79A11A-F155-0544-ED40-84D746F031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21EE50C-57BC-BE83-6E09-F6877D1BA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00AAF29-40CB-7678-8DB9-7BF96E932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0B1CCB-8828-60D5-7EA6-C7B6013BC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85143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BCBC9B4-FDD6-437C-48C1-E62000791B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0E5493F-2AF0-DDA4-2356-37A4B02D9C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DCDB231-8D8B-AEB7-B416-B49436448A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DED8E-2557-49DA-B491-E99CD4E6256F}" type="datetimeFigureOut">
              <a:rPr lang="de-DE" smtClean="0"/>
              <a:t>14.01.2026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898B7A-B106-0B48-84F3-C35966B86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A998E59-31C7-9490-6F2A-343AC52A0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8188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 descr="Ein Bild, das Grafiken, Schrift, Logo, Grafikdesign enthält.&#10;&#10;KI-generierte Inhalte können fehlerhaft sein.">
            <a:extLst>
              <a:ext uri="{FF2B5EF4-FFF2-40B4-BE49-F238E27FC236}">
                <a16:creationId xmlns:a16="http://schemas.microsoft.com/office/drawing/2014/main" id="{19BC6ABB-87AE-163C-414C-A9DDCC999287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3125" b="94922" l="9961" r="89844">
                        <a14:foregroundMark x1="44727" y1="8594" x2="44727" y2="8594"/>
                        <a14:foregroundMark x1="49609" y1="3125" x2="49609" y2="3125"/>
                        <a14:foregroundMark x1="49805" y1="94922" x2="49805" y2="949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88" y="4517270"/>
            <a:ext cx="3494012" cy="1747006"/>
          </a:xfrm>
          <a:prstGeom prst="rect">
            <a:avLst/>
          </a:prstGeom>
        </p:spPr>
      </p:pic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71D187B-2EDC-EB7A-36DD-DE1CD33BE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496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AAF5B23-866B-510E-9876-0547C187BF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5496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C4E970F-50EE-0F19-50A6-8D3C7C9660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5495" y="6356350"/>
            <a:ext cx="13224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9DED8E-2557-49DA-B491-E99CD4E6256F}" type="datetimeFigureOut">
              <a:rPr lang="de-DE" smtClean="0"/>
              <a:t>14.01.2026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33569E2-5B1F-0630-E565-8ED672CE88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775534" y="6356350"/>
            <a:ext cx="559293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5160CBE-FD8A-0C6F-F794-23981D87D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46020" y="6356349"/>
            <a:ext cx="15862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0835F6-3A1B-4AA7-86FE-A97FAA3AD383}" type="slidenum">
              <a:rPr lang="de-DE" smtClean="0"/>
              <a:t>‹Nr.›</a:t>
            </a:fld>
            <a:endParaRPr lang="de-DE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905F20EB-FCD4-84FE-A7F9-DC79C2A3CE05}"/>
              </a:ext>
            </a:extLst>
          </p:cNvPr>
          <p:cNvSpPr txBox="1"/>
          <p:nvPr userDrawn="1"/>
        </p:nvSpPr>
        <p:spPr>
          <a:xfrm>
            <a:off x="9132276" y="6292820"/>
            <a:ext cx="30597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b="1" dirty="0">
                <a:solidFill>
                  <a:srgbClr val="176FC1"/>
                </a:solidFill>
              </a:rPr>
              <a:t>Bildung schafft </a:t>
            </a:r>
            <a:r>
              <a:rPr lang="de-DE" sz="2000" b="1" dirty="0" err="1">
                <a:solidFill>
                  <a:srgbClr val="176FC1"/>
                </a:solidFill>
              </a:rPr>
              <a:t>zukunft</a:t>
            </a:r>
            <a:r>
              <a:rPr lang="de-DE" sz="2000" b="1" dirty="0">
                <a:solidFill>
                  <a:srgbClr val="176FC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61563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719029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AA_Master.potx" id="{A36E25DF-055C-40D1-B974-9E69FDD4A771}" vid="{CB6E18E5-8189-46FC-A387-0E7B15279AD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Breitbild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1_Office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Oliver De Luna 1932192788</dc:creator>
  <cp:lastModifiedBy>Oliver De Luna 1932192788</cp:lastModifiedBy>
  <cp:revision>9</cp:revision>
  <dcterms:created xsi:type="dcterms:W3CDTF">2025-08-11T13:00:54Z</dcterms:created>
  <dcterms:modified xsi:type="dcterms:W3CDTF">2026-01-14T07:57:56Z</dcterms:modified>
</cp:coreProperties>
</file>