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C6EA"/>
    <a:srgbClr val="176FC1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028" autoAdjust="0"/>
  </p:normalViewPr>
  <p:slideViewPr>
    <p:cSldViewPr snapToGrid="0">
      <p:cViewPr varScale="1">
        <p:scale>
          <a:sx n="87" d="100"/>
          <a:sy n="87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Grafiken, Schrift, Logo, Grafikdesign enthält.">
            <a:extLst>
              <a:ext uri="{FF2B5EF4-FFF2-40B4-BE49-F238E27FC236}">
                <a16:creationId xmlns:a16="http://schemas.microsoft.com/office/drawing/2014/main" id="{465A8422-F163-8DFC-548C-D951EC449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988" y="4517270"/>
            <a:ext cx="3494012" cy="174700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5966673-58D3-A1FE-556C-B569CAFC9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249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4D3327A-856D-3368-19FA-7C19439DD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8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5BD1E86-8916-8BE8-6AEC-1FCF21256078}"/>
              </a:ext>
            </a:extLst>
          </p:cNvPr>
          <p:cNvSpPr txBox="1"/>
          <p:nvPr userDrawn="1"/>
        </p:nvSpPr>
        <p:spPr>
          <a:xfrm>
            <a:off x="9132276" y="6292820"/>
            <a:ext cx="3059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rgbClr val="176FC1"/>
                </a:solidFill>
              </a:rPr>
              <a:t>Bildung schafft </a:t>
            </a:r>
            <a:r>
              <a:rPr lang="de-DE" sz="2000" b="1" dirty="0" err="1">
                <a:solidFill>
                  <a:srgbClr val="176FC1"/>
                </a:solidFill>
              </a:rPr>
              <a:t>zukunft</a:t>
            </a:r>
            <a:r>
              <a:rPr lang="de-DE" sz="2000" b="1" dirty="0">
                <a:solidFill>
                  <a:srgbClr val="176FC1"/>
                </a:solidFill>
              </a:rPr>
              <a:t>.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F76CF2F3-2173-61C5-E412-BEC81D336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5495" y="6356350"/>
            <a:ext cx="13313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DED8E-2557-49DA-B491-E99CD4E6256F}" type="datetimeFigureOut">
              <a:rPr lang="de-DE" smtClean="0"/>
              <a:t>14.01.2026</a:t>
            </a:fld>
            <a:endParaRPr lang="de-DE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D96482D5-3B85-B6D8-5974-11D591AC1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6656" y="6356350"/>
            <a:ext cx="5601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11A90289-0536-7D9C-EED0-86ACA99EB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28263" y="6356349"/>
            <a:ext cx="16040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0507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1F05436-4078-133C-FD78-DDF969F4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D973CB-E325-8CB7-47CD-6B08B335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8E2AFB-1225-299F-A292-68D28A21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006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Beige, Hellbraun, Braun, Stoff enthält.&#10;&#10;KI-generierte Inhalte können fehlerhaft sein.">
            <a:extLst>
              <a:ext uri="{FF2B5EF4-FFF2-40B4-BE49-F238E27FC236}">
                <a16:creationId xmlns:a16="http://schemas.microsoft.com/office/drawing/2014/main" id="{8712C68D-1075-26CB-3F8C-AA8F71D6C6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276"/>
            <a:ext cx="12192000" cy="8108078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1F05436-4078-133C-FD78-DDF969F4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D973CB-E325-8CB7-47CD-6B08B335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8E2AFB-1225-299F-A292-68D28A21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  <p:pic>
        <p:nvPicPr>
          <p:cNvPr id="6" name="Grafik 5" descr="Ein Bild, das Grafiken, Schrift, Logo, Grafikdesign enthält.">
            <a:extLst>
              <a:ext uri="{FF2B5EF4-FFF2-40B4-BE49-F238E27FC236}">
                <a16:creationId xmlns:a16="http://schemas.microsoft.com/office/drawing/2014/main" id="{F0025ADD-3A31-BFB0-A483-D3EB8CC164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988" y="4517270"/>
            <a:ext cx="3494012" cy="174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8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7C1A04F-F7C8-CF66-6F7D-3D2057A843BF}"/>
              </a:ext>
            </a:extLst>
          </p:cNvPr>
          <p:cNvSpPr/>
          <p:nvPr userDrawn="1"/>
        </p:nvSpPr>
        <p:spPr>
          <a:xfrm>
            <a:off x="0" y="6302978"/>
            <a:ext cx="12192000" cy="55502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1F05436-4078-133C-FD78-DDF969F4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D973CB-E325-8CB7-47CD-6B08B335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8E2AFB-1225-299F-A292-68D28A21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Grafiken, Schrift, Screenshot, Logo enthält.">
            <a:extLst>
              <a:ext uri="{FF2B5EF4-FFF2-40B4-BE49-F238E27FC236}">
                <a16:creationId xmlns:a16="http://schemas.microsoft.com/office/drawing/2014/main" id="{BE768EA4-4AF1-C33D-62C6-522A371E6B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722" y="4333115"/>
            <a:ext cx="2188737" cy="196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4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8C139-B12D-8E32-2E22-20278D47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18DC113-E477-3740-47BC-BE7EFA5B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1EAFA7-B868-13D4-160C-4495EC242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A595C4-1533-0BC0-0C48-9F064D3C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1F55AD1-408D-1D7B-6AB4-88D68FF3DC23}"/>
              </a:ext>
            </a:extLst>
          </p:cNvPr>
          <p:cNvSpPr/>
          <p:nvPr userDrawn="1"/>
        </p:nvSpPr>
        <p:spPr>
          <a:xfrm rot="21057286">
            <a:off x="10153774" y="4464553"/>
            <a:ext cx="1712968" cy="1693103"/>
          </a:xfrm>
          <a:prstGeom prst="rect">
            <a:avLst/>
          </a:prstGeom>
          <a:solidFill>
            <a:srgbClr val="B3C6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898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9F0C1E-0360-660D-7EC2-72D489C01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8FFFA5-7EBB-A6E9-092C-7DF3CD56F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17A9F6-4326-7887-C79B-FDA732F8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C34BD7-B7E0-2800-3330-DE3C7BCE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F2D50F-1AE9-FD68-9924-91616E5D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22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69014-5221-5BBC-D7F1-D49E908F4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3CEDF4-B6FA-CD4E-47C9-23DA26F1F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36520A-6392-BA0D-9430-17C7FE90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60C6BB-4D91-2F87-0A8B-23BE242C3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D280CB-3F1D-C54F-84AC-460FC134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729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296E47-F3BD-038A-53A5-A6C75E45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8C3E0B-0AA0-E80E-CBB2-4B8799C8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806DDC-D3BE-162D-FAA9-F4907FD5A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BC39DC9-4BEE-1705-EB87-C84CB8E6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854470-D835-343A-4C54-397A752B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46DC5A-D284-C605-A04B-6C794926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35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B18350-102D-A638-6B62-C9512AC97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434F8A-6910-609C-BD10-CD0C8EF80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281579-95CD-DE35-E82E-67DEFA368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4A351A-7746-9D4B-A740-BC86B8749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BF8DB19-5D8D-ECA3-A40C-BD4A7F4D1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869CF7-7EEE-744B-E062-63464882A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87858E8-94EC-CFEF-79D9-9EEB15E8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A6D875C-96BD-34A6-D5F3-4841B2A9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093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F2C30-8CA9-77CA-2907-FDD339675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6D0A3C-4902-4FED-0426-666DC2289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CCDF93-F091-4BF0-6878-3D6577C66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07DCE5-F7B1-BBF0-7159-A2F8AB4D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8F0DA2-E249-92CE-9DE5-00840A93E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7E0BCC-AEA8-B358-A666-2AAFEDD7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636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9BEED-88AA-EB30-6D02-808114A2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AB9676A-2B7C-E6F6-5D89-674545429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EB8F01-175F-D572-B7A0-08613A536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CC5E41-9C87-E0B0-14A3-A72791A8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5E435F-CA35-B1B5-6813-1AE5007A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38CF4A-4454-5D2D-1085-8430BF70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1246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E86AC5-3961-E269-6BA2-95BEC70D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F79A11A-F155-0544-ED40-84D746F03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1EE50C-57BC-BE83-6E09-F6877D1BA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0AAF29-40CB-7678-8DB9-7BF96E93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0B1CCB-8828-60D5-7EA6-C7B6013B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8514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BCBC9B4-FDD6-437C-48C1-E62000791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E5493F-2AF0-DDA4-2356-37A4B02D9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CDB231-8D8B-AEB7-B416-B4943644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ED8E-2557-49DA-B491-E99CD4E6256F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898B7A-B106-0B48-84F3-C35966B8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998E59-31C7-9490-6F2A-343AC52A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188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Grafiken, Schrift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19BC6ABB-87AE-163C-414C-A9DDCC99928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3125" b="94922" l="9961" r="89844">
                        <a14:foregroundMark x1="44727" y1="8594" x2="44727" y2="8594"/>
                        <a14:foregroundMark x1="49609" y1="3125" x2="49609" y2="3125"/>
                        <a14:foregroundMark x1="49805" y1="94922" x2="49805" y2="949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988" y="4517270"/>
            <a:ext cx="3494012" cy="1747006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1D187B-2EDC-EB7A-36DD-DE1CD33B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96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AF5B23-866B-510E-9876-0547C187B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496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4E970F-50EE-0F19-50A6-8D3C7C966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5495" y="6356350"/>
            <a:ext cx="132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DED8E-2557-49DA-B491-E99CD4E6256F}" type="datetimeFigureOut">
              <a:rPr lang="de-DE" smtClean="0"/>
              <a:t>14.01.2026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3569E2-5B1F-0630-E565-8ED672CE8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534" y="6356350"/>
            <a:ext cx="55929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160CBE-FD8A-0C6F-F794-23981D87D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46020" y="6356349"/>
            <a:ext cx="1586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835F6-3A1B-4AA7-86FE-A97FAA3AD383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05F20EB-FCD4-84FE-A7F9-DC79C2A3CE05}"/>
              </a:ext>
            </a:extLst>
          </p:cNvPr>
          <p:cNvSpPr txBox="1"/>
          <p:nvPr userDrawn="1"/>
        </p:nvSpPr>
        <p:spPr>
          <a:xfrm>
            <a:off x="9132276" y="6292820"/>
            <a:ext cx="3059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rgbClr val="176FC1"/>
                </a:solidFill>
              </a:rPr>
              <a:t>Bildung schafft </a:t>
            </a:r>
            <a:r>
              <a:rPr lang="de-DE" sz="2000" b="1" dirty="0" err="1">
                <a:solidFill>
                  <a:srgbClr val="176FC1"/>
                </a:solidFill>
              </a:rPr>
              <a:t>zukunft</a:t>
            </a:r>
            <a:r>
              <a:rPr lang="de-DE" sz="2000" b="1" dirty="0">
                <a:solidFill>
                  <a:srgbClr val="176FC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156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7009E19-73CF-1164-5C67-654B0FB60417}"/>
              </a:ext>
            </a:extLst>
          </p:cNvPr>
          <p:cNvSpPr txBox="1"/>
          <p:nvPr/>
        </p:nvSpPr>
        <p:spPr>
          <a:xfrm>
            <a:off x="509955" y="360484"/>
            <a:ext cx="68428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>
                <a:latin typeface="+mj-lt"/>
              </a:rPr>
              <a:t>PPI-H.OME-Security</a:t>
            </a:r>
          </a:p>
        </p:txBody>
      </p:sp>
      <p:pic>
        <p:nvPicPr>
          <p:cNvPr id="4" name="Grafik 3" descr="Ein Bild, das Gebäude, Maßstabsmodell, draußen, Spielzeug enthält.&#10;&#10;KI-generierte Inhalte können fehlerhaft sein.">
            <a:extLst>
              <a:ext uri="{FF2B5EF4-FFF2-40B4-BE49-F238E27FC236}">
                <a16:creationId xmlns:a16="http://schemas.microsoft.com/office/drawing/2014/main" id="{360275F4-86C3-6210-6946-158D40F0F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55" y="1376147"/>
            <a:ext cx="7506721" cy="422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19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89B4AD3A-5E81-9BEE-17F8-49100E2815BF}"/>
              </a:ext>
            </a:extLst>
          </p:cNvPr>
          <p:cNvSpPr txBox="1"/>
          <p:nvPr/>
        </p:nvSpPr>
        <p:spPr>
          <a:xfrm>
            <a:off x="506896" y="626303"/>
            <a:ext cx="8597347" cy="5605532"/>
          </a:xfrm>
          <a:prstGeom prst="rect">
            <a:avLst/>
          </a:prstGeom>
          <a:noFill/>
        </p:spPr>
        <p:txBody>
          <a:bodyPr wrap="none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dirty="0"/>
              <a:t>Haupteingang mit einem RFID Key öffnen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dirty="0"/>
              <a:t>Hintereingang mit dem einer Kamera überwachen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dirty="0"/>
              <a:t>Alle Aktivitäten werden auf der Security Seite angezeigt</a:t>
            </a:r>
          </a:p>
        </p:txBody>
      </p:sp>
    </p:spTree>
    <p:extLst>
      <p:ext uri="{BB962C8B-B14F-4D97-AF65-F5344CB8AC3E}">
        <p14:creationId xmlns:p14="http://schemas.microsoft.com/office/powerpoint/2010/main" val="70157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AFCA298-2AF1-32FB-FFB0-8096A07D3B75}"/>
              </a:ext>
            </a:extLst>
          </p:cNvPr>
          <p:cNvSpPr txBox="1"/>
          <p:nvPr/>
        </p:nvSpPr>
        <p:spPr>
          <a:xfrm>
            <a:off x="616225" y="248478"/>
            <a:ext cx="11575775" cy="8746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sz="3600" b="1" dirty="0">
                <a:latin typeface="+mj-lt"/>
              </a:rPr>
              <a:t>Haupteingang</a:t>
            </a:r>
            <a:r>
              <a:rPr lang="de-DE" dirty="0">
                <a:latin typeface="+mj-lt"/>
              </a:rPr>
              <a:t>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9C8C551-3128-FD71-0210-258D85A34931}"/>
              </a:ext>
            </a:extLst>
          </p:cNvPr>
          <p:cNvSpPr txBox="1"/>
          <p:nvPr/>
        </p:nvSpPr>
        <p:spPr>
          <a:xfrm>
            <a:off x="775252" y="1282148"/>
            <a:ext cx="8338931" cy="49795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Tür mit RFID öffnen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Jedes Login wird auf der Security Website aufgezeichnet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85050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AA86B21-F8F3-54DB-5CFC-167E0D2E21D9}"/>
              </a:ext>
            </a:extLst>
          </p:cNvPr>
          <p:cNvSpPr txBox="1"/>
          <p:nvPr/>
        </p:nvSpPr>
        <p:spPr>
          <a:xfrm>
            <a:off x="616225" y="248478"/>
            <a:ext cx="11575775" cy="8746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sz="3600" b="1" dirty="0">
                <a:latin typeface="+mj-lt"/>
              </a:rPr>
              <a:t>Hintereingang</a:t>
            </a:r>
            <a:r>
              <a:rPr lang="de-DE" dirty="0">
                <a:latin typeface="+mj-lt"/>
              </a:rPr>
              <a:t>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2F0884C-9782-1D3D-161B-C44114174FDF}"/>
              </a:ext>
            </a:extLst>
          </p:cNvPr>
          <p:cNvSpPr txBox="1"/>
          <p:nvPr/>
        </p:nvSpPr>
        <p:spPr>
          <a:xfrm>
            <a:off x="775252" y="1282148"/>
            <a:ext cx="8338931" cy="49795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Bewegungssensor aktiviert eine Kamera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Foto wird aufgenommen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Fotos werden auf der Security Seite angezeigt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83850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C0B51EC-EEB9-9360-A11C-B8A9F4608EC3}"/>
              </a:ext>
            </a:extLst>
          </p:cNvPr>
          <p:cNvSpPr txBox="1"/>
          <p:nvPr/>
        </p:nvSpPr>
        <p:spPr>
          <a:xfrm>
            <a:off x="616225" y="248478"/>
            <a:ext cx="11575775" cy="8746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sz="3600" b="1" dirty="0">
                <a:latin typeface="+mj-lt"/>
              </a:rPr>
              <a:t>Security Website</a:t>
            </a:r>
            <a:r>
              <a:rPr lang="de-DE" dirty="0">
                <a:latin typeface="+mj-lt"/>
              </a:rPr>
              <a:t>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74107CB-8008-E281-76A3-8CC614419D27}"/>
              </a:ext>
            </a:extLst>
          </p:cNvPr>
          <p:cNvSpPr txBox="1"/>
          <p:nvPr/>
        </p:nvSpPr>
        <p:spPr>
          <a:xfrm>
            <a:off x="775252" y="1282148"/>
            <a:ext cx="8338931" cy="49795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Alle Aktivitäten werden </a:t>
            </a:r>
            <a:r>
              <a:rPr lang="de-DE" sz="2800" dirty="0" err="1"/>
              <a:t>gelogt</a:t>
            </a:r>
            <a:endParaRPr lang="de-D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408725732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AA_Master.potx" id="{A36E25DF-055C-40D1-B974-9E69FDD4A771}" vid="{CB6E18E5-8189-46FC-A387-0E7B15279AD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</Words>
  <Application>Microsoft Office PowerPoint</Application>
  <PresentationFormat>Breitbild</PresentationFormat>
  <Paragraphs>13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1_Office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De Luna 1932192788</dc:creator>
  <cp:lastModifiedBy>Oliver De Luna 1932192788</cp:lastModifiedBy>
  <cp:revision>12</cp:revision>
  <dcterms:created xsi:type="dcterms:W3CDTF">2025-08-11T13:00:54Z</dcterms:created>
  <dcterms:modified xsi:type="dcterms:W3CDTF">2026-01-14T09:43:30Z</dcterms:modified>
</cp:coreProperties>
</file>